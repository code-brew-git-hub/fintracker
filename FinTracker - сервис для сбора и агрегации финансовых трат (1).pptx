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964F"/>
    <a:srgbClr val="4D0397"/>
    <a:srgbClr val="5603A9"/>
    <a:srgbClr val="6F04DA"/>
    <a:srgbClr val="00A4DE"/>
    <a:srgbClr val="009218"/>
    <a:srgbClr val="701800"/>
    <a:srgbClr val="681600"/>
    <a:srgbClr val="EA8B00"/>
    <a:srgbClr val="FB8A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41" autoAdjust="0"/>
    <p:restoredTop sz="94660"/>
  </p:normalViewPr>
  <p:slideViewPr>
    <p:cSldViewPr snapToGrid="0">
      <p:cViewPr varScale="1">
        <p:scale>
          <a:sx n="98" d="100"/>
          <a:sy n="98" d="100"/>
        </p:scale>
        <p:origin x="33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754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0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91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430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518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07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59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68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78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824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66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34F5-BDE2-4375-B83B-F49841317258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83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.jp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1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9172D0-9B14-4B46-AFFC-6345712AE6FE}"/>
              </a:ext>
            </a:extLst>
          </p:cNvPr>
          <p:cNvSpPr txBox="1"/>
          <p:nvPr/>
        </p:nvSpPr>
        <p:spPr>
          <a:xfrm>
            <a:off x="1571517" y="140677"/>
            <a:ext cx="8718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Портрет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30052-CA1B-4EBA-B1BA-A5C034B2CC09}"/>
              </a:ext>
            </a:extLst>
          </p:cNvPr>
          <p:cNvSpPr txBox="1"/>
          <p:nvPr/>
        </p:nvSpPr>
        <p:spPr>
          <a:xfrm>
            <a:off x="653795" y="1122471"/>
            <a:ext cx="5069313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Финансово активный человек 18-45 лет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Пользуется несколькими банками и хочет видеть общую картину расходов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Недоволен, когда переводы себе или долги искажают реальную статистику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Периодически расплачивается наличными, что не учитывается банком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мотивация: перейти от хаотичного учета к осознанному управлению своими финансами без лишних усилий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BA16AA-0940-4B2F-84B7-0C39674E6959}"/>
              </a:ext>
            </a:extLst>
          </p:cNvPr>
          <p:cNvSpPr txBox="1"/>
          <p:nvPr/>
        </p:nvSpPr>
        <p:spPr>
          <a:xfrm>
            <a:off x="7764532" y="3994026"/>
            <a:ext cx="26025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Олег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 лет, работает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свободное занимается трейдингом. Пользуется тремя банками.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6DFD8B4-0F7A-4DC0-914E-47EC24E3DF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7763" y="1117912"/>
            <a:ext cx="2876114" cy="28761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95562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9172D0-9B14-4B46-AFFC-6345712AE6FE}"/>
              </a:ext>
            </a:extLst>
          </p:cNvPr>
          <p:cNvSpPr txBox="1"/>
          <p:nvPr/>
        </p:nvSpPr>
        <p:spPr>
          <a:xfrm>
            <a:off x="1571517" y="140677"/>
            <a:ext cx="8718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Наши конкуренты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9C33FE-CDAD-45AF-9D97-5F2201B053EF}"/>
              </a:ext>
            </a:extLst>
          </p:cNvPr>
          <p:cNvSpPr txBox="1"/>
          <p:nvPr/>
        </p:nvSpPr>
        <p:spPr>
          <a:xfrm>
            <a:off x="1141046" y="1492738"/>
            <a:ext cx="80342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Самый главный конкурент – банки, в которых часть функций нашего приложения уже реализовано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Конкурент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Конкурент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…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5129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9172D0-9B14-4B46-AFFC-6345712AE6FE}"/>
              </a:ext>
            </a:extLst>
          </p:cNvPr>
          <p:cNvSpPr txBox="1"/>
          <p:nvPr/>
        </p:nvSpPr>
        <p:spPr>
          <a:xfrm>
            <a:off x="1571517" y="140677"/>
            <a:ext cx="8718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Стек технологий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9C33FE-CDAD-45AF-9D97-5F2201B053EF}"/>
              </a:ext>
            </a:extLst>
          </p:cNvPr>
          <p:cNvSpPr txBox="1"/>
          <p:nvPr/>
        </p:nvSpPr>
        <p:spPr>
          <a:xfrm>
            <a:off x="1141045" y="1492738"/>
            <a:ext cx="90814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Frontend</a:t>
            </a:r>
            <a:r>
              <a:rPr lang="ru-RU" dirty="0"/>
              <a:t> (сайт)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– </a:t>
            </a:r>
            <a:r>
              <a:rPr lang="ru-RU" dirty="0"/>
              <a:t>Язык разметки для сайта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JavaScript – </a:t>
            </a:r>
            <a:r>
              <a:rPr lang="ru-RU" dirty="0"/>
              <a:t>язык программирования для сайта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Backend</a:t>
            </a:r>
            <a:r>
              <a:rPr lang="ru-RU" dirty="0"/>
              <a:t> </a:t>
            </a:r>
            <a:r>
              <a:rPr lang="en-US" dirty="0"/>
              <a:t>&amp; API: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C# - </a:t>
            </a:r>
            <a:r>
              <a:rPr lang="ru-RU" dirty="0"/>
              <a:t>Язык программирования бэкенда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.NET 10 - </a:t>
            </a:r>
            <a:r>
              <a:rPr lang="ru-RU" dirty="0"/>
              <a:t>среда разработки программного обеспечения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ASP .NET Core – </a:t>
            </a:r>
            <a:r>
              <a:rPr lang="ru-RU" dirty="0"/>
              <a:t>фреймворк для создания </a:t>
            </a:r>
            <a:r>
              <a:rPr lang="en-US" dirty="0"/>
              <a:t>REST-API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Entity Framework Core – </a:t>
            </a:r>
            <a:r>
              <a:rPr lang="ru-RU" dirty="0"/>
              <a:t>фреймворк для работы с базой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PostgreSQL – </a:t>
            </a:r>
            <a:r>
              <a:rPr lang="ru-RU" dirty="0"/>
              <a:t>СУБД для базы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Инфраструктура 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Docker - </a:t>
            </a:r>
            <a:r>
              <a:rPr lang="ru-RU" dirty="0"/>
              <a:t>программное обеспечение для автоматизации развёртывания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109131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9172D0-9B14-4B46-AFFC-6345712AE6FE}"/>
              </a:ext>
            </a:extLst>
          </p:cNvPr>
          <p:cNvSpPr txBox="1"/>
          <p:nvPr/>
        </p:nvSpPr>
        <p:spPr>
          <a:xfrm>
            <a:off x="1571517" y="140677"/>
            <a:ext cx="8718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Таймлайн реализации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557280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9172D0-9B14-4B46-AFFC-6345712AE6FE}"/>
              </a:ext>
            </a:extLst>
          </p:cNvPr>
          <p:cNvSpPr txBox="1"/>
          <p:nvPr/>
        </p:nvSpPr>
        <p:spPr>
          <a:xfrm>
            <a:off x="1571517" y="140677"/>
            <a:ext cx="8718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Наша команда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5DAA1AA-3CD1-4E70-8045-DA2CCAF2006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1208" y="1214785"/>
            <a:ext cx="2301453" cy="227268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1" name="Овал 20">
            <a:extLst>
              <a:ext uri="{FF2B5EF4-FFF2-40B4-BE49-F238E27FC236}">
                <a16:creationId xmlns:a16="http://schemas.microsoft.com/office/drawing/2014/main" id="{7175F119-A2F3-40E1-A38A-8C307604BC53}"/>
              </a:ext>
            </a:extLst>
          </p:cNvPr>
          <p:cNvSpPr/>
          <p:nvPr/>
        </p:nvSpPr>
        <p:spPr>
          <a:xfrm>
            <a:off x="1122717" y="1046000"/>
            <a:ext cx="930031" cy="9300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FEFC8ED0-E8FF-4194-83DF-FF6365115162}"/>
              </a:ext>
            </a:extLst>
          </p:cNvPr>
          <p:cNvSpPr/>
          <p:nvPr/>
        </p:nvSpPr>
        <p:spPr>
          <a:xfrm>
            <a:off x="1122717" y="2178538"/>
            <a:ext cx="930031" cy="9300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F0D78FB7-515B-430D-8545-EEEE67EED99E}"/>
              </a:ext>
            </a:extLst>
          </p:cNvPr>
          <p:cNvSpPr/>
          <p:nvPr/>
        </p:nvSpPr>
        <p:spPr>
          <a:xfrm>
            <a:off x="1126624" y="3311076"/>
            <a:ext cx="930031" cy="9300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646243D1-D78C-4C8B-AC9D-5D32A9EE89D3}"/>
              </a:ext>
            </a:extLst>
          </p:cNvPr>
          <p:cNvSpPr/>
          <p:nvPr/>
        </p:nvSpPr>
        <p:spPr>
          <a:xfrm>
            <a:off x="1126623" y="4443614"/>
            <a:ext cx="930031" cy="9300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67E64498-800F-4BD7-B46B-6A04F8E55810}"/>
              </a:ext>
            </a:extLst>
          </p:cNvPr>
          <p:cNvSpPr/>
          <p:nvPr/>
        </p:nvSpPr>
        <p:spPr>
          <a:xfrm>
            <a:off x="1126622" y="5576152"/>
            <a:ext cx="930031" cy="9300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C9C488-63C8-4EA3-A62D-0E1D5031E876}"/>
              </a:ext>
            </a:extLst>
          </p:cNvPr>
          <p:cNvSpPr txBox="1"/>
          <p:nvPr/>
        </p:nvSpPr>
        <p:spPr>
          <a:xfrm>
            <a:off x="2508887" y="5718001"/>
            <a:ext cx="2178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Еремин Алексей, </a:t>
            </a:r>
          </a:p>
          <a:p>
            <a:r>
              <a:rPr lang="en-US" dirty="0"/>
              <a:t>DevSecOps-</a:t>
            </a:r>
            <a:r>
              <a:rPr lang="ru-RU" dirty="0"/>
              <a:t>инженер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6422AE-85FC-49CF-93F1-388C91738815}"/>
              </a:ext>
            </a:extLst>
          </p:cNvPr>
          <p:cNvSpPr txBox="1"/>
          <p:nvPr/>
        </p:nvSpPr>
        <p:spPr>
          <a:xfrm>
            <a:off x="2508887" y="2318181"/>
            <a:ext cx="2407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Пензев Леонид, </a:t>
            </a:r>
          </a:p>
          <a:p>
            <a:r>
              <a:rPr lang="en-US" dirty="0"/>
              <a:t>Frontend-</a:t>
            </a:r>
            <a:r>
              <a:rPr lang="ru-RU" dirty="0"/>
              <a:t>разработчик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70BDDE-51BA-44BE-A6AA-04B4F182AE1D}"/>
              </a:ext>
            </a:extLst>
          </p:cNvPr>
          <p:cNvSpPr txBox="1"/>
          <p:nvPr/>
        </p:nvSpPr>
        <p:spPr>
          <a:xfrm>
            <a:off x="2508887" y="3452925"/>
            <a:ext cx="2361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Аксенов Дмитрий, </a:t>
            </a:r>
          </a:p>
          <a:p>
            <a:r>
              <a:rPr lang="en-US" dirty="0"/>
              <a:t>UX/UI</a:t>
            </a:r>
            <a:r>
              <a:rPr lang="ru-RU" dirty="0"/>
              <a:t>-проектировщик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F3DD28-FB00-4FFE-95C8-594CAB4923A7}"/>
              </a:ext>
            </a:extLst>
          </p:cNvPr>
          <p:cNvSpPr txBox="1"/>
          <p:nvPr/>
        </p:nvSpPr>
        <p:spPr>
          <a:xfrm>
            <a:off x="2510554" y="4583257"/>
            <a:ext cx="2405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Золотухин Александр, </a:t>
            </a:r>
          </a:p>
          <a:p>
            <a:r>
              <a:rPr lang="ru-RU" dirty="0"/>
              <a:t>Системный аналитик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3A7A29-6899-4A37-8F14-E24C32A5CAEB}"/>
              </a:ext>
            </a:extLst>
          </p:cNvPr>
          <p:cNvSpPr txBox="1"/>
          <p:nvPr/>
        </p:nvSpPr>
        <p:spPr>
          <a:xfrm>
            <a:off x="2508887" y="1214785"/>
            <a:ext cx="22819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Максим Дмитрий, </a:t>
            </a:r>
          </a:p>
          <a:p>
            <a:r>
              <a:rPr lang="en-US" dirty="0"/>
              <a:t>Backend-</a:t>
            </a:r>
            <a:r>
              <a:rPr lang="ru-RU" dirty="0"/>
              <a:t>разработчик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DCD2F59-3D0D-47C9-81C8-5B21C7E5645B}"/>
              </a:ext>
            </a:extLst>
          </p:cNvPr>
          <p:cNvSpPr/>
          <p:nvPr/>
        </p:nvSpPr>
        <p:spPr>
          <a:xfrm>
            <a:off x="6858894" y="4099256"/>
            <a:ext cx="3574644" cy="11537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Code&amp;Brew </a:t>
            </a:r>
            <a:r>
              <a:rPr lang="ru-RU" dirty="0"/>
              <a:t>– команда студентов, </a:t>
            </a:r>
            <a:r>
              <a:rPr lang="ru-RU" dirty="0" err="1"/>
              <a:t>траляля</a:t>
            </a:r>
            <a:r>
              <a:rPr lang="ru-RU" dirty="0"/>
              <a:t> тополя</a:t>
            </a:r>
          </a:p>
        </p:txBody>
      </p:sp>
    </p:spTree>
    <p:extLst>
      <p:ext uri="{BB962C8B-B14F-4D97-AF65-F5344CB8AC3E}">
        <p14:creationId xmlns:p14="http://schemas.microsoft.com/office/powerpoint/2010/main" val="3338493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9172D0-9B14-4B46-AFFC-6345712AE6FE}"/>
              </a:ext>
            </a:extLst>
          </p:cNvPr>
          <p:cNvSpPr txBox="1"/>
          <p:nvPr/>
        </p:nvSpPr>
        <p:spPr>
          <a:xfrm>
            <a:off x="1571517" y="125047"/>
            <a:ext cx="8718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Демонстрация продукта</a:t>
            </a:r>
          </a:p>
        </p:txBody>
      </p:sp>
    </p:spTree>
    <p:extLst>
      <p:ext uri="{BB962C8B-B14F-4D97-AF65-F5344CB8AC3E}">
        <p14:creationId xmlns:p14="http://schemas.microsoft.com/office/powerpoint/2010/main" val="93867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59172D0-9B14-4B46-AFFC-6345712AE6FE}"/>
              </a:ext>
            </a:extLst>
          </p:cNvPr>
          <p:cNvSpPr txBox="1"/>
          <p:nvPr/>
        </p:nvSpPr>
        <p:spPr>
          <a:xfrm>
            <a:off x="1571517" y="140677"/>
            <a:ext cx="87183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Вопросы</a:t>
            </a: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7175F119-A2F3-40E1-A38A-8C307604BC53}"/>
              </a:ext>
            </a:extLst>
          </p:cNvPr>
          <p:cNvSpPr/>
          <p:nvPr/>
        </p:nvSpPr>
        <p:spPr>
          <a:xfrm>
            <a:off x="1122717" y="1046000"/>
            <a:ext cx="930031" cy="9300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FEFC8ED0-E8FF-4194-83DF-FF6365115162}"/>
              </a:ext>
            </a:extLst>
          </p:cNvPr>
          <p:cNvSpPr/>
          <p:nvPr/>
        </p:nvSpPr>
        <p:spPr>
          <a:xfrm>
            <a:off x="1122717" y="2178538"/>
            <a:ext cx="930031" cy="9300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F0D78FB7-515B-430D-8545-EEEE67EED99E}"/>
              </a:ext>
            </a:extLst>
          </p:cNvPr>
          <p:cNvSpPr/>
          <p:nvPr/>
        </p:nvSpPr>
        <p:spPr>
          <a:xfrm>
            <a:off x="1126624" y="3311076"/>
            <a:ext cx="930031" cy="9300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646243D1-D78C-4C8B-AC9D-5D32A9EE89D3}"/>
              </a:ext>
            </a:extLst>
          </p:cNvPr>
          <p:cNvSpPr/>
          <p:nvPr/>
        </p:nvSpPr>
        <p:spPr>
          <a:xfrm>
            <a:off x="1126623" y="4443614"/>
            <a:ext cx="930031" cy="9300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67E64498-800F-4BD7-B46B-6A04F8E55810}"/>
              </a:ext>
            </a:extLst>
          </p:cNvPr>
          <p:cNvSpPr/>
          <p:nvPr/>
        </p:nvSpPr>
        <p:spPr>
          <a:xfrm>
            <a:off x="1126622" y="5576152"/>
            <a:ext cx="930031" cy="9300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C9C488-63C8-4EA3-A62D-0E1D5031E876}"/>
              </a:ext>
            </a:extLst>
          </p:cNvPr>
          <p:cNvSpPr txBox="1"/>
          <p:nvPr/>
        </p:nvSpPr>
        <p:spPr>
          <a:xfrm>
            <a:off x="2508887" y="5718001"/>
            <a:ext cx="2178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Еремин Алексей, </a:t>
            </a:r>
          </a:p>
          <a:p>
            <a:r>
              <a:rPr lang="en-US" dirty="0" err="1"/>
              <a:t>DevSecOps</a:t>
            </a:r>
            <a:r>
              <a:rPr lang="en-US" dirty="0"/>
              <a:t>-</a:t>
            </a:r>
            <a:r>
              <a:rPr lang="ru-RU" dirty="0"/>
              <a:t>инженер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6422AE-85FC-49CF-93F1-388C91738815}"/>
              </a:ext>
            </a:extLst>
          </p:cNvPr>
          <p:cNvSpPr txBox="1"/>
          <p:nvPr/>
        </p:nvSpPr>
        <p:spPr>
          <a:xfrm>
            <a:off x="2508887" y="2318181"/>
            <a:ext cx="2407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Пензев Леонид, </a:t>
            </a:r>
          </a:p>
          <a:p>
            <a:r>
              <a:rPr lang="en-US" dirty="0"/>
              <a:t>Frontend-</a:t>
            </a:r>
            <a:r>
              <a:rPr lang="ru-RU" dirty="0"/>
              <a:t>разработчик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70BDDE-51BA-44BE-A6AA-04B4F182AE1D}"/>
              </a:ext>
            </a:extLst>
          </p:cNvPr>
          <p:cNvSpPr txBox="1"/>
          <p:nvPr/>
        </p:nvSpPr>
        <p:spPr>
          <a:xfrm>
            <a:off x="2508887" y="3452925"/>
            <a:ext cx="2361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Аксенов Дмитрий, </a:t>
            </a:r>
          </a:p>
          <a:p>
            <a:r>
              <a:rPr lang="en-US" dirty="0"/>
              <a:t>UX/UI</a:t>
            </a:r>
            <a:r>
              <a:rPr lang="ru-RU" dirty="0"/>
              <a:t>-проектировщик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F3DD28-FB00-4FFE-95C8-594CAB4923A7}"/>
              </a:ext>
            </a:extLst>
          </p:cNvPr>
          <p:cNvSpPr txBox="1"/>
          <p:nvPr/>
        </p:nvSpPr>
        <p:spPr>
          <a:xfrm>
            <a:off x="2510554" y="4583257"/>
            <a:ext cx="2405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Золотухин Александр, </a:t>
            </a:r>
          </a:p>
          <a:p>
            <a:r>
              <a:rPr lang="ru-RU" dirty="0"/>
              <a:t>Системный аналитик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3A7A29-6899-4A37-8F14-E24C32A5CAEB}"/>
              </a:ext>
            </a:extLst>
          </p:cNvPr>
          <p:cNvSpPr txBox="1"/>
          <p:nvPr/>
        </p:nvSpPr>
        <p:spPr>
          <a:xfrm>
            <a:off x="2508887" y="1214785"/>
            <a:ext cx="22819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Максим Дмитрий, </a:t>
            </a:r>
          </a:p>
          <a:p>
            <a:r>
              <a:rPr lang="en-US" dirty="0"/>
              <a:t>Backend-</a:t>
            </a:r>
            <a:r>
              <a:rPr lang="ru-RU" dirty="0"/>
              <a:t>разработчик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AC2855F-CFCE-40E0-972B-88C39E9B62FE}"/>
              </a:ext>
            </a:extLst>
          </p:cNvPr>
          <p:cNvSpPr/>
          <p:nvPr/>
        </p:nvSpPr>
        <p:spPr>
          <a:xfrm>
            <a:off x="7197970" y="1669504"/>
            <a:ext cx="2797908" cy="1297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FinTracker – </a:t>
            </a:r>
            <a:r>
              <a:rPr lang="ru-RU" dirty="0"/>
              <a:t>сервис для сбора и агрегации финансовых трат</a:t>
            </a:r>
          </a:p>
        </p:txBody>
      </p:sp>
    </p:spTree>
    <p:extLst>
      <p:ext uri="{BB962C8B-B14F-4D97-AF65-F5344CB8AC3E}">
        <p14:creationId xmlns:p14="http://schemas.microsoft.com/office/powerpoint/2010/main" val="3564516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2018</TotalTime>
  <Words>239</Words>
  <Application>Microsoft Office PowerPoint</Application>
  <PresentationFormat>Широкоэкранный</PresentationFormat>
  <Paragraphs>57</Paragraphs>
  <Slides>7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Design</dc:creator>
  <cp:lastModifiedBy>Дима Максим</cp:lastModifiedBy>
  <cp:revision>129</cp:revision>
  <dcterms:created xsi:type="dcterms:W3CDTF">2019-05-31T06:38:44Z</dcterms:created>
  <dcterms:modified xsi:type="dcterms:W3CDTF">2026-04-23T08:59:02Z</dcterms:modified>
</cp:coreProperties>
</file>